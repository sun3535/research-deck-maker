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102E"/>
                </a:solidFill>
              </a:rPr>
              <a:t>ACME 소재연구소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양극재 수세 공정 중간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소재연구팀 · 2026년 9월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지난 미팅 이후 진행 상황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수세 조건 2종 시험 완료</a:t>
            </a:r>
          </a:p>
          <a:p>
            <a:r>
              <a:t>입도 분석 진행 중</a:t>
            </a:r>
          </a:p>
          <a:p>
            <a:r>
              <a:t>수명 시험 300사이클 진행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10월 고객사 미팅에서 결과 공유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2A37"/>
      </a:dk2>
      <a:lt2>
        <a:srgbClr val="EEECE1"/>
      </a:lt2>
      <a:accent1>
        <a:srgbClr val="C8102E"/>
      </a:accent1>
      <a:accent2>
        <a:srgbClr val="1F4E79"/>
      </a:accent2>
      <a:accent3>
        <a:srgbClr val="7F7F7F"/>
      </a:accent3>
      <a:accent4>
        <a:srgbClr val="F2A9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